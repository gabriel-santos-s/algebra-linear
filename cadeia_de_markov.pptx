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8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66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972800" y="475488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• SISTEMAS DINÂMICOS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 de Markov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como funciona, e a leitura de um código em C que a implementa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74320" cy="274320"/>
          </a:xfrm>
          <a:prstGeom prst="ellipse">
            <a:avLst/>
          </a:prstGeom>
          <a:solidFill>
            <a:srgbClr val="F2A6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05840" y="4279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4279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4343400"/>
            <a:ext cx="274320" cy="274320"/>
          </a:xfrm>
          <a:prstGeom prst="ellipse">
            <a:avLst/>
          </a:prstGeom>
          <a:solidFill>
            <a:srgbClr val="8FA6B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6280" y="4279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Cadeia de Markov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probabilístico onde o próximo estado depende apenas do estado atual — nunca do histórico.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situações possíveis do sistema (ex: Sol, Chuva, Nublado).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probabilidades de ir de um estado para outro.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de Markov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“Sem memória” — só importa o presente.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1051560"/>
            <a:ext cx="50749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101600" dist="38100" dir="5400000" algn="bl" rotWithShape="0">
              <a:srgbClr val="365163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122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estados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2194560"/>
            <a:ext cx="1385814" cy="2400300"/>
          </a:xfrm>
          <a:prstGeom prst="line">
            <a:avLst/>
          </a:prstGeom>
          <a:noFill/>
          <a:ln w="19050">
            <a:solidFill>
              <a:srgbClr val="C3D2D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 flipH="1">
            <a:off x="7537837" y="2194560"/>
            <a:ext cx="1240403" cy="1897380"/>
          </a:xfrm>
          <a:prstGeom prst="line">
            <a:avLst/>
          </a:prstGeom>
          <a:noFill/>
          <a:ln w="19050">
            <a:solidFill>
              <a:srgbClr val="C3D2D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0164054" y="4594860"/>
            <a:ext cx="0" cy="0"/>
          </a:xfrm>
          <a:prstGeom prst="line">
            <a:avLst/>
          </a:prstGeom>
          <a:noFill/>
          <a:ln w="19050">
            <a:solidFill>
              <a:srgbClr val="C3D2D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0164054" y="4594860"/>
            <a:ext cx="0" cy="0"/>
          </a:xfrm>
          <a:prstGeom prst="line">
            <a:avLst/>
          </a:prstGeom>
          <a:noFill/>
          <a:ln w="19050">
            <a:solidFill>
              <a:srgbClr val="C3D2D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392426" y="4594860"/>
            <a:ext cx="2268708" cy="0"/>
          </a:xfrm>
          <a:prstGeom prst="line">
            <a:avLst/>
          </a:prstGeom>
          <a:noFill/>
          <a:ln w="19050">
            <a:solidFill>
              <a:srgbClr val="C3D2D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75320" y="1691640"/>
            <a:ext cx="1005840" cy="1005840"/>
          </a:xfrm>
          <a:prstGeom prst="ellipse">
            <a:avLst/>
          </a:prstGeom>
          <a:solidFill>
            <a:srgbClr val="F2A649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365163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27532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61134" y="409194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365163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661134" y="44119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89506" y="4091940"/>
            <a:ext cx="1005840" cy="1005840"/>
          </a:xfrm>
          <a:prstGeom prst="ellipse">
            <a:avLst/>
          </a:prstGeom>
          <a:solidFill>
            <a:srgbClr val="8FA6B2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365163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89506" y="44119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transição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diz: partindo deste estado, qual a chance de ir para cada outro amanhã. A soma de cada linha é sempre 100%.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03504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\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código em 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6035040" cy="1600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48463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r>
              <a:rPr lang="en-US" sz="125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matrizMudanca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[3][3] =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{0.5, 0.2, 0.3},  // Sol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{0.1, 0.6, 0.3},  // Chuva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{0.7, 0.1, 0.2}   // Nublado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1965960"/>
            <a:ext cx="46634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101600" dist="38100" dir="5400000" algn="bl" rotWithShape="0">
              <a:srgbClr val="365163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22376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leitura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697480"/>
            <a:ext cx="411480" cy="411480"/>
          </a:xfrm>
          <a:prstGeom prst="ellipse">
            <a:avLst/>
          </a:prstGeom>
          <a:solidFill>
            <a:srgbClr val="F2A6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818120" y="2606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hoje está Sol: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 continuar Sol, 20% de virar Chuva, 30% de ficar Nublado amanhã.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3657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8181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hoje está Chuva: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 virar Sol, 60% de continuar Chuva, 30% de ficar Nublado.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23760" y="4617720"/>
            <a:ext cx="411480" cy="411480"/>
          </a:xfrm>
          <a:prstGeom prst="ellipse">
            <a:avLst/>
          </a:prstGeom>
          <a:solidFill>
            <a:srgbClr val="8FA6B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818120" y="4526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hoje está Nublado: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virar Sol, 10% de Chuva, 20% de continuar Nublado.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2376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soma 1,0 — é uma distribuição de probabilidade completa.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código percorre os dias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iteração do loop, o vetor de estado é multiplicado pela matriz de transição.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76200" dist="25400" dir="5400000" algn="bl" rotWithShape="0">
              <a:srgbClr val="365163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{1.0, 0.0, 0.0} — hoje é 100% Sol.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214884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76200" dist="25400" dir="5400000" algn="bl" rotWithShape="0">
              <a:srgbClr val="365163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47872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47872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pela matriz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02152" y="370332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newEstado</a:t>
            </a: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[j] += </a:t>
            </a:r>
            <a:r>
              <a:rPr lang="en-US" sz="11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 * </a:t>
            </a:r>
            <a:r>
              <a:rPr lang="en-US" sz="115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matrizMudanca</a:t>
            </a: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[k][j] para cada par (k, j).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214884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76200" dist="25400" dir="5400000" algn="bl" rotWithShape="0">
              <a:srgbClr val="365163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18504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18504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72784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o estado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72784" y="370332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recebe novoEstado — o “hoje” vira o resultado do cálculo.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0536" y="214884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blurRad="76200" dist="25400" dir="5400000" algn="bl" rotWithShape="0">
              <a:srgbClr val="365163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089136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089136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43416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7 vezes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43416" y="370332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“empurra” a distribuição um dia à frente a cada passo.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newEstado</a:t>
            </a:r>
            <a:r>
              <a:rPr lang="en-US" sz="1400" b="1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[j] += </a:t>
            </a:r>
            <a:r>
              <a:rPr lang="en-US" sz="1400" b="1" dirty="0" err="1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1400" b="1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[k] * </a:t>
            </a:r>
            <a:r>
              <a:rPr lang="en-US" sz="1400" b="1" dirty="0" err="1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matrizMudanca</a:t>
            </a:r>
            <a:r>
              <a:rPr lang="en-US" sz="1400" b="1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[k][j];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depois de 7 dias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Começando 100% ensolarado, para onde a probabilidade converge após 7 transições?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32918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3A6E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057400" y="2651760"/>
            <a:ext cx="822960" cy="822960"/>
          </a:xfrm>
          <a:prstGeom prst="ellipse">
            <a:avLst/>
          </a:prstGeom>
          <a:solidFill>
            <a:srgbClr val="F2A6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43,98%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291840" cy="32918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3A6E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760720" y="26517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2628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28,75%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2628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291840" cy="32918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3A6E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464040" y="2651760"/>
            <a:ext cx="822960" cy="822960"/>
          </a:xfrm>
          <a:prstGeom prst="ellipse">
            <a:avLst/>
          </a:prstGeom>
          <a:solidFill>
            <a:srgbClr val="8FA6B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27,27%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real do printf: Sol 43.98% · Chuva 28.75% · Nublado 27.27%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456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Santos Souto</cp:lastModifiedBy>
  <cp:revision>2</cp:revision>
  <dcterms:created xsi:type="dcterms:W3CDTF">2026-08-17T19:45:54Z</dcterms:created>
  <dcterms:modified xsi:type="dcterms:W3CDTF">2026-08-17T20:20:41Z</dcterms:modified>
</cp:coreProperties>
</file>